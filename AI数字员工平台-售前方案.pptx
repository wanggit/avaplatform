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AI数字员工平台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让AI成为可管理的团队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基于Hermes Agent的企业级数字员工管理平台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痛点与价值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企业AI应用的困境与突破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三层架构与核心组件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从模板到协作的完整体系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0" y="2788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三大试点岗位与自运营案例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Agent与企业级安全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1480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三阶段落地计划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为什么企业需要AI数字员工？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不是因为AI很酷，而是因为企业需要更高效、更可控、更可审计的工作方式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当前企业AI应用的三大困境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2004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困境一：AI是黑箱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无法追踪AI的决策过程，出了问题不知道原因，无法审计和追责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45720" cy="32004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🏝️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困境二：AI是孤岛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每个AI工具独立运行，无法协作，无法形成团队合力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45720" cy="32004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困境三：AI是成本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Token消耗不可控，无法按目标预算，无法衡量ROI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480560"/>
            <a:ext cx="45720" cy="4572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553712"/>
            <a:ext cx="548640" cy="20116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553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4809744"/>
            <a:ext cx="79552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传统AI工具无法满足企业级管理需求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从'AI工具'到'AI员工'的思维转变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88720"/>
            <a:ext cx="1097280" cy="228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传统AI工具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单点能力，独立运行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无法管理，无法审计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成本不可控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无法协作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出了问题无法追责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45720" cy="320040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188720"/>
            <a:ext cx="1097280" cy="22860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AI数字员工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有岗位、有职责、有边界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完整审计、可追溯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预算管控、成本可控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目标驱动、团队协作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风险分级、审批机制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2286000"/>
            <a:ext cx="3657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平台核心价值：可管理、可审计、可协作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可管理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岗位模板、组织架构、员工全生命周期管理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45720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完整操作记录、风险分级、审批机制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45720" cy="1828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目标驱动、动态委派、团队协作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45720" cy="13716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273552"/>
            <a:ext cx="548640" cy="20116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73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529584"/>
            <a:ext cx="7955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AI数字员工不是更聪明的工具，而是更可控的团队成员。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它们有明确的岗位职责、可追踪的工作记录、可控的成本预算，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以及清晰的风险边界。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客户收益：效率提升、成本可控、风险可管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方案准备时间缩短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数字员工自动完成客户研究、方案初稿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45720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889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首次响应时间降低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客服工单自动分类、知识库检索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57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操作可追溯率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完整审计记录，问题可定位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097280"/>
            <a:ext cx="45720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866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Token成本节省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5603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预算管控避免浪费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总体架构：四层架构设计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(React + Ant Design)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API (FastAPI)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Store + Outbox + Worker Queue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003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Instance × N (数字员工运行时)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/ SSE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2423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核心组件：管理后台 → Platform API → Hermes运行时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员工管理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目标管理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模板管理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知识库管理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97280"/>
            <a:ext cx="45720" cy="3474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Instance Manager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Job Template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Goal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 Library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Tool Registry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97280"/>
            <a:ext cx="45720" cy="3474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Hermes运行时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Profile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SOUL.md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Tools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API Server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岗位模板系统：可复用的岗位蓝图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什么是岗位模板？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创建数字员工的岗位蓝图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绑定部门、技能、知识源、工具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定义红线和风险等级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设置预算和审批规则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版本管理和评测机制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109728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097280"/>
            <a:ext cx="45720" cy="36576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1097280"/>
            <a:ext cx="3017520" cy="41148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System Prompt映射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Skill自动分发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知识权限继承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工具白名单控制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评测通过才能发布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目标驱动协作：动态执行图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人类分配目标 → 数字员工拆解 → 平台控制委派 → 动态执行图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" y="1645920"/>
            <a:ext cx="86868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创建Goal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85900" y="16459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23060" y="1645920"/>
            <a:ext cx="86868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162306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拆解目标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91740" y="16459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28900" y="1645920"/>
            <a:ext cx="86868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262890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查询目录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7580" y="16459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34740" y="1645920"/>
            <a:ext cx="8686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63474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提出委派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03420" y="16459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0580" y="1645920"/>
            <a:ext cx="8686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64058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平台校验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09260" y="16459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46420" y="1645920"/>
            <a:ext cx="8686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64642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创建Work Item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5100" y="16459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52260" y="1645920"/>
            <a:ext cx="8686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65226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20940" y="16459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58100" y="1645920"/>
            <a:ext cx="8686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65810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5603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560320"/>
            <a:ext cx="4572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动态执行图，非静态DAG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Platform控制委派深度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子员工不能继续委托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Root Goal Owner始终不变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25603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560320"/>
            <a:ext cx="45720" cy="201168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Policy控制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委托深度限制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扇出数量控制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预算管控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并发限制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组织架构：Lead-Staff层级管理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数字员工不是独立的工具，而是有组织结构的团队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运营经理（Lead）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914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2240280" y="2651760"/>
            <a:ext cx="466344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2240280" y="2651760"/>
            <a:ext cx="9144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651760"/>
            <a:ext cx="9144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12280" y="2651760"/>
            <a:ext cx="9144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内容运营专员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撰写技术博客、产品介绍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市场研究分析师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竞品分析、行业趋势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客户咨询接待员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回答咨询、收集需求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委派任务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验收产物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4572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Lead的价值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协调下属工作 → 审核产出 → 向人类汇报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1148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4114800"/>
            <a:ext cx="45720" cy="8229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4114800"/>
            <a:ext cx="3931920" cy="2743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演示价值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有Lead = 团队协作，没有Lead = 工具堆砌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数字员工全生命周期管理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1188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188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1188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188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3360" y="1188720"/>
            <a:ext cx="731520" cy="731520"/>
          </a:xfrm>
          <a:prstGeom prst="ellipse">
            <a:avLst/>
          </a:prstGeom>
          <a:solidFill>
            <a:srgbClr val="2E7D6F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188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1188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88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731520" cy="7315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188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188720"/>
            <a:ext cx="731520" cy="7315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286000"/>
            <a:ext cx="45720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生命周期状态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provisioning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063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pending_activation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active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disabled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3886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rollout_failed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22860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2286000"/>
            <a:ext cx="4572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3291840" y="2286000"/>
            <a:ext cx="2651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运行时状态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2900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not_started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063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starting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healthy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2900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unhealthy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29000" y="3886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recovering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29000" y="4160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stopped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22860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286000"/>
            <a:ext cx="45720" cy="2286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6" name="Shape 44"/>
          <p:cNvSpPr/>
          <p:nvPr/>
        </p:nvSpPr>
        <p:spPr>
          <a:xfrm>
            <a:off x="6126480" y="2286000"/>
            <a:ext cx="265176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可用性状态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6364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idle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3063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busy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6364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unavailable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知识库集成：RAGFlow适配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Platform不自建知识库，适配企业现有知识系统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知识检索流程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员工发起检索请求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Platform校验Employee Service Token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获取授权Knowledge Source集合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调用RAGFlow检索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返回标准化结果和来源引用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554480"/>
            <a:ext cx="45720" cy="32004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1554480"/>
            <a:ext cx="3017520" cy="365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关键特性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RAGFlow API Key不下发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权限实时生效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动态鉴权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来源引用必填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审计记录完整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工具管理：Tool Registry + 幂等性控制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19659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Hermes内置工具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文件、Shell、Web/Search等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45720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097280"/>
            <a:ext cx="19659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645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知识检索、审批、目录查询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5720" cy="1645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097280"/>
            <a:ext cx="196596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645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CRM、工单、邮件等业务系统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097280"/>
            <a:ext cx="45720" cy="16459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1097280"/>
            <a:ext cx="1965960" cy="365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1645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复杂工具集合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45720" cy="1828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566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read Tool：只查询，需要审计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write Tool：改变状态，需要审批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high_risk Tool：敏感数据，高审计级别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17520"/>
            <a:ext cx="45720" cy="18288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幂等性控制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474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所有写Tool必须配置幂等策略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Platform生成idempotency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重复调用返回已有结果或拒绝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预算管控：Organization Quota + Goal Budget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 Quota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平台整体每日Token硬上限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超限后阻断数据面调用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控制面保持可用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按自然日重置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预警阈值可配置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45720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 Budget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单个Goal Run的Token执行预算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防止成本通过委派扩散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超限后阻断该Goal Run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保留诊断上下文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管理员可调整预算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480560"/>
            <a:ext cx="45720" cy="4572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553712"/>
            <a:ext cx="548640" cy="20116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553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4809744"/>
            <a:ext cx="79552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预算判断基于已结算用量，不因请求前估算误差停用员工或杀掉Instance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风险分级：L1-L4四级风险控制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47472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信息辅助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查询、总结、起草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知识问答、报告初稿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097280"/>
            <a:ext cx="4572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1097280"/>
            <a:ext cx="19659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工作协同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创建内部任务、草稿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工单草稿、项目催办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97280"/>
            <a:ext cx="45720" cy="34747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9204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受控执行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审批后写业务系统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发邮件、修改CRM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097280"/>
            <a:ext cx="45720" cy="3474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4" name="Shape 32"/>
          <p:cNvSpPr/>
          <p:nvPr/>
        </p:nvSpPr>
        <p:spPr>
          <a:xfrm>
            <a:off x="6903720" y="1097280"/>
            <a:ext cx="1965960" cy="4572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4088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高风险决策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AI只准备材料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付款、签约、法律判断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审计追踪：完整的操作记录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每一次操作都有迹可循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审计事件类型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red_line_triggered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approval_requested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approval_decided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escalation_created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abnormal_shutdown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sensitive_operation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budget_blocked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knowledge_preview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template_published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skill_package_changed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55448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554480"/>
            <a:ext cx="45720" cy="32004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1554480"/>
            <a:ext cx="3017520" cy="365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审计规则能力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决定事件严重级别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通知对象配置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是否进入KPI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是否需要人工复核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规则测试功能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审批机制：人工审批 + 自动升级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Tool调用触发审批需求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Platform创建Approval 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返回approval_required给Hermes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审批通过后携带approval_id重试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Gateway校验后执行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45720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审批人规则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默认：直属管理者或部门负责人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高风险Tool：叠加Tool Owner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高风险内置工具：平台管理员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临时权限：部门负责人 + 管理员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657600"/>
            <a:ext cx="3474720" cy="2743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支持Platform内部审批中心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可扩展飞书、钉钉、邮件通知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产物验收：Artifact Acceptance机制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数字员工的产出必须经过验收才算完成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645920"/>
            <a:ext cx="10972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1645920"/>
            <a:ext cx="10972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产出Artifact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1645920"/>
            <a:ext cx="109728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提交验收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57800" y="1645920"/>
            <a:ext cx="1097280" cy="54864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验收通过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1645920"/>
            <a:ext cx="1097280" cy="54864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60320"/>
            <a:ext cx="45720" cy="2011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验收失败处理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108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Work Item进入rework_required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达到重试上限后failed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记录失败原因和审计事件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560320"/>
            <a:ext cx="45720" cy="201168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验收价值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108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保证产出质量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首次验收通过率作为KPI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返工率可追踪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试点岗位：企业经营情报员工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岗位职责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汇总内部经营数据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监测行业和竞争对手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生成管理周报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标记异常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提出需要管理者确认的问题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109728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097280"/>
            <a:ext cx="45720" cy="36576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业务结果指标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管理材料准备时间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异常发现时效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引用完整率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管理者采纳率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3474720"/>
            <a:ext cx="2651760" cy="2743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边界：只读为主，不替管理层作最终决策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试点岗位：客服工单协调员工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岗位职责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分类工单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查询知识库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汇总客户历史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生成回复草稿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推荐转派部门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标记重大投诉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09728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097280"/>
            <a:ext cx="45720" cy="36576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业务结果指标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首次响应时间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平均处理时间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转派准确率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草稿采用率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重复来询率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3474720"/>
            <a:ext cx="2651760" cy="2743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边界：初期不允许直接退款、承诺赔偿、关闭重大投诉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试点岗位：销售方案协作员工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657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岗位职责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客户研究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历史交流汇总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86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需求分析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方案初稿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产品资料查询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合规检查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776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拜访材料准备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109728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097280"/>
            <a:ext cx="45720" cy="36576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业务结果指标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方案准备周期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销售准备时间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方案采用率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信息错误率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商机转化辅助指标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3474720"/>
            <a:ext cx="2651760" cy="2743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边界：不自动承诺价格、合同条款或最终成交条件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自运营案例：用平台运营平台公司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我们自己就是第一个客户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运营经理（Lead）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协调团队、审核产出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54480"/>
            <a:ext cx="45720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内容运营专员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撰写技术博客、产品介绍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54480"/>
            <a:ext cx="45720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市场研究分析师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竞品分析、行业趋势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45720" cy="137160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客户咨询接待员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回答咨询、收集需求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200400"/>
            <a:ext cx="45720" cy="13716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技术文档工程师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维护API文档、接入指南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200400"/>
            <a:ext cx="45720" cy="1371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售前方案设计师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生成定制化解决方案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Agent零改造 - 基于成熟开源Agent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Platform不fork Hermes，不改Hermes核心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集成方式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Profile文件配置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Hermes API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SOUL.md身份注入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Skill自动分发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Tool白名单控制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554480"/>
            <a:ext cx="45720" cy="32004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一个员工一个运行时实例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独立Profile和配置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进程隔离、互不影响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可独立启停和监控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快速获得上游更新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企业级安全：凭证管理、权限隔离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Key、OAuth token等只保存在Platform，不下发到Profile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5720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权限隔离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每个员工只能访问授权的工具和知识源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45720" cy="1554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 Service Token最小权限，可轮换和吊销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26080"/>
            <a:ext cx="45720" cy="155448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审计记录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所有操作完整记录，敏感数据脱敏展示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可扩展架构：模块化单体 → 微服务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从模块化单体开始，稳定后再拆分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当前：模块化单体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FastAPI模块化设计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共享进程和数据库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简化分布式事务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快速迭代和调试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降低运维复杂度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554480"/>
            <a:ext cx="45720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未来：微服务拆分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模块边界稳定后拆分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独立扩展和部署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独立运维所有权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按需引入Temporal等引擎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渐进式演进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2560320"/>
            <a:ext cx="36576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三阶段落地计划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内部闭环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验证平台稳定性和数字员工产出质量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部署3个数字员工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内部使用验证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建立工作流程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097280"/>
            <a:ext cx="45720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半公开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对外输出内容，收集市场反馈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内容对外发布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收集外部反馈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部署第4个员工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097280"/>
            <a:ext cx="45720" cy="3657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全面展示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936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将自运营成果转化为营销资产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官网展示数字员工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客户互动体验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包装营销素材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成功案例与客户见证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自运营就是最好的案例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32004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演示话术参考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"我们的平台不是demo，我们自己就是第一个客户。你看到的这篇技术文章是我们平台的内容运营专员写的；这份竞品分析报告是市场研究分析师出的；刚才回答你问题的是客户咨询接待员。"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"你不需要相信我们的PPT，你只需要看看我们的数字员工在做什么。"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狗食策略（Dogfooding）是科技行业验证产品的经典方法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20040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1704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097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可管理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0" y="1097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岗位模板、组织架构、全生命周期管理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1874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完整操作记录、风险分级、审批机制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72491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0" y="26517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目标驱动、动态委派、团队协作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7680960" cy="36576"/>
          </a:xfrm>
          <a:prstGeom prst="rect">
            <a:avLst/>
          </a:prstGeom>
          <a:solidFill>
            <a:srgbClr val="2A5A7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AI数字员工不是更聪明的工具，而是更可控的团队成员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联系我们，开始您的AI数字员工之旅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预约产品演示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讨论落地场景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制定实施计划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启动试点项目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感谢您的时间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2026-07-09T08:21:51Z</dcterms:created>
  <dcterms:modified xsi:type="dcterms:W3CDTF">2026-07-09T08:21:51Z</dcterms:modified>
</cp:coreProperties>
</file>